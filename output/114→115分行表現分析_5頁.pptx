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4→115 分行表現分析" id="{5a3535ce-f843-79e4-1546-9b94c28d1acc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115年年化：全行目標 117.85億 → 實績 124.86億（達成 105.9%）。整體達標掩蓋了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51206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488436"/>
            <a:ext cx="1188720" cy="1632204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683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115年目標</a:t>
            </a:r>
            <a:endParaRPr lang="en-US" sz="1100" dirty="0"/>
          </a:p>
        </p:txBody>
      </p:sp>
      <p:sp>
        <p:nvSpPr>
          <p:cNvPr id="8" name="bar 超額分行 (99家)"/>
          <p:cNvSpPr/>
          <p:nvPr/>
        </p:nvSpPr>
        <p:spPr>
          <a:xfrm>
            <a:off x="2423160" y="2095805"/>
            <a:ext cx="1188720" cy="1392631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超額分行 (99家)</a:t>
            </a:r>
            <a:endParaRPr lang="en-US" sz="11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488436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未達成分行 (84家)"/>
          <p:cNvSpPr/>
          <p:nvPr/>
        </p:nvSpPr>
        <p:spPr>
          <a:xfrm>
            <a:off x="4023360" y="2095805"/>
            <a:ext cx="1188720" cy="751637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未達成分行 (84家)</a:t>
            </a:r>
            <a:endParaRPr lang="en-US" sz="11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958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847442"/>
            <a:ext cx="1188720" cy="2273198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52740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115年年化實績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623560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</a:rPr>
              <a:t>單位：億元；縱軸自100億起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A9B6"/>
                </a:solidFill>
              </a:rPr>
              <a:t>超額 15.23億 組成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114達標群 52家：+9.08億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114未達標群 47家：+6.16億</a:t>
            </a:r>
            <a:endParaRPr lang="en-US" sz="1050" dirty="0"/>
          </a:p>
        </p:txBody>
      </p:sp>
      <p:sp>
        <p:nvSpPr>
          <p:cNvPr id="21" name="gap panel"/>
          <p:cNvSpPr/>
          <p:nvPr/>
        </p:nvSpPr>
        <p:spPr>
          <a:xfrm>
            <a:off x="6949440" y="1417320"/>
            <a:ext cx="480060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chip 缺口 8.23億 來自誰"/>
          <p:cNvSpPr txBox="1"/>
          <p:nvPr/>
        </p:nvSpPr>
        <p:spPr>
          <a:xfrm>
            <a:off x="7086600" y="1554480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缺口 8.23億 來自誰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057400"/>
          <a:ext cx="4526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85800"/>
                <a:gridCol w="109728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90～100%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16家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−1.49億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75～90%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−3.43億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42%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−2.18億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26%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086600" y="4343400"/>
            <a:ext cx="452628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114年未達標群被加成的目標，實際上有 7.1億 沒有達成，占全行缺口 86%。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這些缺口由 99 家超額分行（多為績優分行）的 15.2億 填補，全行仍達成 105.9%，使結構問題在總數中被掩蓋。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PptxGenJS</cp:lastModifiedBy>
  <cp:revision>1</cp:revision>
  <dcterms:created xsi:type="dcterms:W3CDTF">2026-10-21T01:44:48Z</dcterms:created>
  <dcterms:modified xsi:type="dcterms:W3CDTF">2026-10-21T01:44:48Z</dcterms:modified>
</cp:coreProperties>
</file>